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8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5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831"/>
            </a:lvl1pPr>
            <a:lvl2pPr marL="348889" indent="0" algn="ctr">
              <a:buNone/>
              <a:defRPr sz="1526"/>
            </a:lvl2pPr>
            <a:lvl3pPr marL="697779" indent="0" algn="ctr">
              <a:buNone/>
              <a:defRPr sz="1374"/>
            </a:lvl3pPr>
            <a:lvl4pPr marL="1046668" indent="0" algn="ctr">
              <a:buNone/>
              <a:defRPr sz="1221"/>
            </a:lvl4pPr>
            <a:lvl5pPr marL="1395557" indent="0" algn="ctr">
              <a:buNone/>
              <a:defRPr sz="1221"/>
            </a:lvl5pPr>
            <a:lvl6pPr marL="1744447" indent="0" algn="ctr">
              <a:buNone/>
              <a:defRPr sz="1221"/>
            </a:lvl6pPr>
            <a:lvl7pPr marL="2093336" indent="0" algn="ctr">
              <a:buNone/>
              <a:defRPr sz="1221"/>
            </a:lvl7pPr>
            <a:lvl8pPr marL="2442225" indent="0" algn="ctr">
              <a:buNone/>
              <a:defRPr sz="1221"/>
            </a:lvl8pPr>
            <a:lvl9pPr marL="2791115" indent="0" algn="ctr">
              <a:buNone/>
              <a:defRPr sz="1221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B5DF-C501-46C9-9205-1DED71DF563D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222C-DFB9-4A49-A566-4956F9B20C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1546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B5DF-C501-46C9-9205-1DED71DF563D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222C-DFB9-4A49-A566-4956F9B20C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504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5"/>
            <a:ext cx="6520220" cy="4447496"/>
          </a:xfrm>
        </p:spPr>
        <p:txBody>
          <a:bodyPr anchor="b"/>
          <a:lstStyle>
            <a:lvl1pPr>
              <a:defRPr sz="45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6"/>
            <a:ext cx="6520220" cy="2338833"/>
          </a:xfrm>
        </p:spPr>
        <p:txBody>
          <a:bodyPr/>
          <a:lstStyle>
            <a:lvl1pPr marL="0" indent="0">
              <a:buNone/>
              <a:defRPr sz="1831">
                <a:solidFill>
                  <a:schemeClr val="tx1">
                    <a:tint val="82000"/>
                  </a:schemeClr>
                </a:solidFill>
              </a:defRPr>
            </a:lvl1pPr>
            <a:lvl2pPr marL="348889" indent="0">
              <a:buNone/>
              <a:defRPr sz="1526">
                <a:solidFill>
                  <a:schemeClr val="tx1">
                    <a:tint val="82000"/>
                  </a:schemeClr>
                </a:solidFill>
              </a:defRPr>
            </a:lvl2pPr>
            <a:lvl3pPr marL="697779" indent="0">
              <a:buNone/>
              <a:defRPr sz="1374">
                <a:solidFill>
                  <a:schemeClr val="tx1">
                    <a:tint val="82000"/>
                  </a:schemeClr>
                </a:solidFill>
              </a:defRPr>
            </a:lvl3pPr>
            <a:lvl4pPr marL="1046668" indent="0">
              <a:buNone/>
              <a:defRPr sz="1221">
                <a:solidFill>
                  <a:schemeClr val="tx1">
                    <a:tint val="82000"/>
                  </a:schemeClr>
                </a:solidFill>
              </a:defRPr>
            </a:lvl4pPr>
            <a:lvl5pPr marL="1395557" indent="0">
              <a:buNone/>
              <a:defRPr sz="1221">
                <a:solidFill>
                  <a:schemeClr val="tx1">
                    <a:tint val="82000"/>
                  </a:schemeClr>
                </a:solidFill>
              </a:defRPr>
            </a:lvl5pPr>
            <a:lvl6pPr marL="1744447" indent="0">
              <a:buNone/>
              <a:defRPr sz="1221">
                <a:solidFill>
                  <a:schemeClr val="tx1">
                    <a:tint val="82000"/>
                  </a:schemeClr>
                </a:solidFill>
              </a:defRPr>
            </a:lvl6pPr>
            <a:lvl7pPr marL="2093336" indent="0">
              <a:buNone/>
              <a:defRPr sz="1221">
                <a:solidFill>
                  <a:schemeClr val="tx1">
                    <a:tint val="82000"/>
                  </a:schemeClr>
                </a:solidFill>
              </a:defRPr>
            </a:lvl7pPr>
            <a:lvl8pPr marL="2442225" indent="0">
              <a:buNone/>
              <a:defRPr sz="1221">
                <a:solidFill>
                  <a:schemeClr val="tx1">
                    <a:tint val="82000"/>
                  </a:schemeClr>
                </a:solidFill>
              </a:defRPr>
            </a:lvl8pPr>
            <a:lvl9pPr marL="2791115" indent="0">
              <a:buNone/>
              <a:defRPr sz="122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B5DF-C501-46C9-9205-1DED71DF563D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222C-DFB9-4A49-A566-4956F9B20C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8608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6" y="2846200"/>
            <a:ext cx="3212862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B5DF-C501-46C9-9205-1DED71DF563D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222C-DFB9-4A49-A566-4956F9B20C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9956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3" y="569245"/>
            <a:ext cx="6520220" cy="206659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4" y="2620980"/>
            <a:ext cx="3198097" cy="1284502"/>
          </a:xfrm>
        </p:spPr>
        <p:txBody>
          <a:bodyPr anchor="b"/>
          <a:lstStyle>
            <a:lvl1pPr marL="0" indent="0">
              <a:buNone/>
              <a:defRPr sz="1831" b="1"/>
            </a:lvl1pPr>
            <a:lvl2pPr marL="348889" indent="0">
              <a:buNone/>
              <a:defRPr sz="1526" b="1"/>
            </a:lvl2pPr>
            <a:lvl3pPr marL="697779" indent="0">
              <a:buNone/>
              <a:defRPr sz="1374" b="1"/>
            </a:lvl3pPr>
            <a:lvl4pPr marL="1046668" indent="0">
              <a:buNone/>
              <a:defRPr sz="1221" b="1"/>
            </a:lvl4pPr>
            <a:lvl5pPr marL="1395557" indent="0">
              <a:buNone/>
              <a:defRPr sz="1221" b="1"/>
            </a:lvl5pPr>
            <a:lvl6pPr marL="1744447" indent="0">
              <a:buNone/>
              <a:defRPr sz="1221" b="1"/>
            </a:lvl6pPr>
            <a:lvl7pPr marL="2093336" indent="0">
              <a:buNone/>
              <a:defRPr sz="1221" b="1"/>
            </a:lvl7pPr>
            <a:lvl8pPr marL="2442225" indent="0">
              <a:buNone/>
              <a:defRPr sz="1221" b="1"/>
            </a:lvl8pPr>
            <a:lvl9pPr marL="2791115" indent="0">
              <a:buNone/>
              <a:defRPr sz="1221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4" y="3905482"/>
            <a:ext cx="3198097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6" cy="1284502"/>
          </a:xfrm>
        </p:spPr>
        <p:txBody>
          <a:bodyPr anchor="b"/>
          <a:lstStyle>
            <a:lvl1pPr marL="0" indent="0">
              <a:buNone/>
              <a:defRPr sz="1831" b="1"/>
            </a:lvl1pPr>
            <a:lvl2pPr marL="348889" indent="0">
              <a:buNone/>
              <a:defRPr sz="1526" b="1"/>
            </a:lvl2pPr>
            <a:lvl3pPr marL="697779" indent="0">
              <a:buNone/>
              <a:defRPr sz="1374" b="1"/>
            </a:lvl3pPr>
            <a:lvl4pPr marL="1046668" indent="0">
              <a:buNone/>
              <a:defRPr sz="1221" b="1"/>
            </a:lvl4pPr>
            <a:lvl5pPr marL="1395557" indent="0">
              <a:buNone/>
              <a:defRPr sz="1221" b="1"/>
            </a:lvl5pPr>
            <a:lvl6pPr marL="1744447" indent="0">
              <a:buNone/>
              <a:defRPr sz="1221" b="1"/>
            </a:lvl6pPr>
            <a:lvl7pPr marL="2093336" indent="0">
              <a:buNone/>
              <a:defRPr sz="1221" b="1"/>
            </a:lvl7pPr>
            <a:lvl8pPr marL="2442225" indent="0">
              <a:buNone/>
              <a:defRPr sz="1221" b="1"/>
            </a:lvl8pPr>
            <a:lvl9pPr marL="2791115" indent="0">
              <a:buNone/>
              <a:defRPr sz="1221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6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B5DF-C501-46C9-9205-1DED71DF563D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222C-DFB9-4A49-A566-4956F9B20C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9009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B5DF-C501-46C9-9205-1DED71DF563D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222C-DFB9-4A49-A566-4956F9B20C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0074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B5DF-C501-46C9-9205-1DED71DF563D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222C-DFB9-4A49-A566-4956F9B20C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7149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3" y="712788"/>
            <a:ext cx="2438192" cy="2494756"/>
          </a:xfrm>
        </p:spPr>
        <p:txBody>
          <a:bodyPr anchor="b"/>
          <a:lstStyle>
            <a:lvl1pPr>
              <a:defRPr sz="244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9"/>
            <a:ext cx="3827086" cy="7598117"/>
          </a:xfrm>
        </p:spPr>
        <p:txBody>
          <a:bodyPr/>
          <a:lstStyle>
            <a:lvl1pPr>
              <a:defRPr sz="2442"/>
            </a:lvl1pPr>
            <a:lvl2pPr>
              <a:defRPr sz="2137"/>
            </a:lvl2pPr>
            <a:lvl3pPr>
              <a:defRPr sz="1831"/>
            </a:lvl3pPr>
            <a:lvl4pPr>
              <a:defRPr sz="1526"/>
            </a:lvl4pPr>
            <a:lvl5pPr>
              <a:defRPr sz="1526"/>
            </a:lvl5pPr>
            <a:lvl6pPr>
              <a:defRPr sz="1526"/>
            </a:lvl6pPr>
            <a:lvl7pPr>
              <a:defRPr sz="1526"/>
            </a:lvl7pPr>
            <a:lvl8pPr>
              <a:defRPr sz="1526"/>
            </a:lvl8pPr>
            <a:lvl9pPr>
              <a:defRPr sz="1526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3" y="3207544"/>
            <a:ext cx="2438192" cy="5942372"/>
          </a:xfrm>
        </p:spPr>
        <p:txBody>
          <a:bodyPr/>
          <a:lstStyle>
            <a:lvl1pPr marL="0" indent="0">
              <a:buNone/>
              <a:defRPr sz="1221"/>
            </a:lvl1pPr>
            <a:lvl2pPr marL="348889" indent="0">
              <a:buNone/>
              <a:defRPr sz="1068"/>
            </a:lvl2pPr>
            <a:lvl3pPr marL="697779" indent="0">
              <a:buNone/>
              <a:defRPr sz="916"/>
            </a:lvl3pPr>
            <a:lvl4pPr marL="1046668" indent="0">
              <a:buNone/>
              <a:defRPr sz="763"/>
            </a:lvl4pPr>
            <a:lvl5pPr marL="1395557" indent="0">
              <a:buNone/>
              <a:defRPr sz="763"/>
            </a:lvl5pPr>
            <a:lvl6pPr marL="1744447" indent="0">
              <a:buNone/>
              <a:defRPr sz="763"/>
            </a:lvl6pPr>
            <a:lvl7pPr marL="2093336" indent="0">
              <a:buNone/>
              <a:defRPr sz="763"/>
            </a:lvl7pPr>
            <a:lvl8pPr marL="2442225" indent="0">
              <a:buNone/>
              <a:defRPr sz="763"/>
            </a:lvl8pPr>
            <a:lvl9pPr marL="2791115" indent="0">
              <a:buNone/>
              <a:defRPr sz="7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B5DF-C501-46C9-9205-1DED71DF563D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222C-DFB9-4A49-A566-4956F9B20C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5436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3" y="712788"/>
            <a:ext cx="2438192" cy="2494756"/>
          </a:xfrm>
        </p:spPr>
        <p:txBody>
          <a:bodyPr anchor="b"/>
          <a:lstStyle>
            <a:lvl1pPr>
              <a:defRPr sz="244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9"/>
            <a:ext cx="3827086" cy="7598117"/>
          </a:xfrm>
        </p:spPr>
        <p:txBody>
          <a:bodyPr anchor="t"/>
          <a:lstStyle>
            <a:lvl1pPr marL="0" indent="0">
              <a:buNone/>
              <a:defRPr sz="2442"/>
            </a:lvl1pPr>
            <a:lvl2pPr marL="348889" indent="0">
              <a:buNone/>
              <a:defRPr sz="2137"/>
            </a:lvl2pPr>
            <a:lvl3pPr marL="697779" indent="0">
              <a:buNone/>
              <a:defRPr sz="1831"/>
            </a:lvl3pPr>
            <a:lvl4pPr marL="1046668" indent="0">
              <a:buNone/>
              <a:defRPr sz="1526"/>
            </a:lvl4pPr>
            <a:lvl5pPr marL="1395557" indent="0">
              <a:buNone/>
              <a:defRPr sz="1526"/>
            </a:lvl5pPr>
            <a:lvl6pPr marL="1744447" indent="0">
              <a:buNone/>
              <a:defRPr sz="1526"/>
            </a:lvl6pPr>
            <a:lvl7pPr marL="2093336" indent="0">
              <a:buNone/>
              <a:defRPr sz="1526"/>
            </a:lvl7pPr>
            <a:lvl8pPr marL="2442225" indent="0">
              <a:buNone/>
              <a:defRPr sz="1526"/>
            </a:lvl8pPr>
            <a:lvl9pPr marL="2791115" indent="0">
              <a:buNone/>
              <a:defRPr sz="1526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3" y="3207544"/>
            <a:ext cx="2438192" cy="5942372"/>
          </a:xfrm>
        </p:spPr>
        <p:txBody>
          <a:bodyPr/>
          <a:lstStyle>
            <a:lvl1pPr marL="0" indent="0">
              <a:buNone/>
              <a:defRPr sz="1221"/>
            </a:lvl1pPr>
            <a:lvl2pPr marL="348889" indent="0">
              <a:buNone/>
              <a:defRPr sz="1068"/>
            </a:lvl2pPr>
            <a:lvl3pPr marL="697779" indent="0">
              <a:buNone/>
              <a:defRPr sz="916"/>
            </a:lvl3pPr>
            <a:lvl4pPr marL="1046668" indent="0">
              <a:buNone/>
              <a:defRPr sz="763"/>
            </a:lvl4pPr>
            <a:lvl5pPr marL="1395557" indent="0">
              <a:buNone/>
              <a:defRPr sz="763"/>
            </a:lvl5pPr>
            <a:lvl6pPr marL="1744447" indent="0">
              <a:buNone/>
              <a:defRPr sz="763"/>
            </a:lvl6pPr>
            <a:lvl7pPr marL="2093336" indent="0">
              <a:buNone/>
              <a:defRPr sz="763"/>
            </a:lvl7pPr>
            <a:lvl8pPr marL="2442225" indent="0">
              <a:buNone/>
              <a:defRPr sz="763"/>
            </a:lvl8pPr>
            <a:lvl9pPr marL="2791115" indent="0">
              <a:buNone/>
              <a:defRPr sz="7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B5DF-C501-46C9-9205-1DED71DF563D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222C-DFB9-4A49-A566-4956F9B20C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8645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B5DF-C501-46C9-9205-1DED71DF563D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222C-DFB9-4A49-A566-4956F9B20C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257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4" y="569240"/>
            <a:ext cx="1630055" cy="90608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9" y="569240"/>
            <a:ext cx="4795669" cy="90608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B5DF-C501-46C9-9205-1DED71DF563D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2222C-DFB9-4A49-A566-4956F9B20C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17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5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9" y="9909732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0B5DF-C501-46C9-9205-1DED71DF563D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32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2" y="9909732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F2222C-DFB9-4A49-A566-4956F9B20C8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427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97779" rtl="0" eaLnBrk="1" latinLnBrk="0" hangingPunct="1">
        <a:lnSpc>
          <a:spcPct val="90000"/>
        </a:lnSpc>
        <a:spcBef>
          <a:spcPct val="0"/>
        </a:spcBef>
        <a:buNone/>
        <a:defRPr sz="33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4445" indent="-174445" algn="l" defTabSz="697779" rtl="0" eaLnBrk="1" latinLnBrk="0" hangingPunct="1">
        <a:lnSpc>
          <a:spcPct val="90000"/>
        </a:lnSpc>
        <a:spcBef>
          <a:spcPts val="763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1pPr>
      <a:lvl2pPr marL="523334" indent="-174445" algn="l" defTabSz="697779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831" kern="1200">
          <a:solidFill>
            <a:schemeClr val="tx1"/>
          </a:solidFill>
          <a:latin typeface="+mn-lt"/>
          <a:ea typeface="+mn-ea"/>
          <a:cs typeface="+mn-cs"/>
        </a:defRPr>
      </a:lvl2pPr>
      <a:lvl3pPr marL="872223" indent="-174445" algn="l" defTabSz="697779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526" kern="1200">
          <a:solidFill>
            <a:schemeClr val="tx1"/>
          </a:solidFill>
          <a:latin typeface="+mn-lt"/>
          <a:ea typeface="+mn-ea"/>
          <a:cs typeface="+mn-cs"/>
        </a:defRPr>
      </a:lvl3pPr>
      <a:lvl4pPr marL="1221113" indent="-174445" algn="l" defTabSz="697779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374" kern="1200">
          <a:solidFill>
            <a:schemeClr val="tx1"/>
          </a:solidFill>
          <a:latin typeface="+mn-lt"/>
          <a:ea typeface="+mn-ea"/>
          <a:cs typeface="+mn-cs"/>
        </a:defRPr>
      </a:lvl4pPr>
      <a:lvl5pPr marL="1570002" indent="-174445" algn="l" defTabSz="697779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374" kern="1200">
          <a:solidFill>
            <a:schemeClr val="tx1"/>
          </a:solidFill>
          <a:latin typeface="+mn-lt"/>
          <a:ea typeface="+mn-ea"/>
          <a:cs typeface="+mn-cs"/>
        </a:defRPr>
      </a:lvl5pPr>
      <a:lvl6pPr marL="1918891" indent="-174445" algn="l" defTabSz="697779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374" kern="1200">
          <a:solidFill>
            <a:schemeClr val="tx1"/>
          </a:solidFill>
          <a:latin typeface="+mn-lt"/>
          <a:ea typeface="+mn-ea"/>
          <a:cs typeface="+mn-cs"/>
        </a:defRPr>
      </a:lvl6pPr>
      <a:lvl7pPr marL="2267781" indent="-174445" algn="l" defTabSz="697779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374" kern="1200">
          <a:solidFill>
            <a:schemeClr val="tx1"/>
          </a:solidFill>
          <a:latin typeface="+mn-lt"/>
          <a:ea typeface="+mn-ea"/>
          <a:cs typeface="+mn-cs"/>
        </a:defRPr>
      </a:lvl7pPr>
      <a:lvl8pPr marL="2616670" indent="-174445" algn="l" defTabSz="697779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374" kern="1200">
          <a:solidFill>
            <a:schemeClr val="tx1"/>
          </a:solidFill>
          <a:latin typeface="+mn-lt"/>
          <a:ea typeface="+mn-ea"/>
          <a:cs typeface="+mn-cs"/>
        </a:defRPr>
      </a:lvl8pPr>
      <a:lvl9pPr marL="2965559" indent="-174445" algn="l" defTabSz="697779" rtl="0" eaLnBrk="1" latinLnBrk="0" hangingPunct="1">
        <a:lnSpc>
          <a:spcPct val="90000"/>
        </a:lnSpc>
        <a:spcBef>
          <a:spcPts val="382"/>
        </a:spcBef>
        <a:buFont typeface="Arial" panose="020B0604020202020204" pitchFamily="34" charset="0"/>
        <a:buChar char="•"/>
        <a:defRPr sz="13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7779" rtl="0" eaLnBrk="1" latinLnBrk="0" hangingPunct="1">
        <a:defRPr sz="1374" kern="1200">
          <a:solidFill>
            <a:schemeClr val="tx1"/>
          </a:solidFill>
          <a:latin typeface="+mn-lt"/>
          <a:ea typeface="+mn-ea"/>
          <a:cs typeface="+mn-cs"/>
        </a:defRPr>
      </a:lvl1pPr>
      <a:lvl2pPr marL="348889" algn="l" defTabSz="697779" rtl="0" eaLnBrk="1" latinLnBrk="0" hangingPunct="1">
        <a:defRPr sz="1374" kern="1200">
          <a:solidFill>
            <a:schemeClr val="tx1"/>
          </a:solidFill>
          <a:latin typeface="+mn-lt"/>
          <a:ea typeface="+mn-ea"/>
          <a:cs typeface="+mn-cs"/>
        </a:defRPr>
      </a:lvl2pPr>
      <a:lvl3pPr marL="697779" algn="l" defTabSz="697779" rtl="0" eaLnBrk="1" latinLnBrk="0" hangingPunct="1">
        <a:defRPr sz="1374" kern="1200">
          <a:solidFill>
            <a:schemeClr val="tx1"/>
          </a:solidFill>
          <a:latin typeface="+mn-lt"/>
          <a:ea typeface="+mn-ea"/>
          <a:cs typeface="+mn-cs"/>
        </a:defRPr>
      </a:lvl3pPr>
      <a:lvl4pPr marL="1046668" algn="l" defTabSz="697779" rtl="0" eaLnBrk="1" latinLnBrk="0" hangingPunct="1">
        <a:defRPr sz="1374" kern="1200">
          <a:solidFill>
            <a:schemeClr val="tx1"/>
          </a:solidFill>
          <a:latin typeface="+mn-lt"/>
          <a:ea typeface="+mn-ea"/>
          <a:cs typeface="+mn-cs"/>
        </a:defRPr>
      </a:lvl4pPr>
      <a:lvl5pPr marL="1395557" algn="l" defTabSz="697779" rtl="0" eaLnBrk="1" latinLnBrk="0" hangingPunct="1">
        <a:defRPr sz="1374" kern="1200">
          <a:solidFill>
            <a:schemeClr val="tx1"/>
          </a:solidFill>
          <a:latin typeface="+mn-lt"/>
          <a:ea typeface="+mn-ea"/>
          <a:cs typeface="+mn-cs"/>
        </a:defRPr>
      </a:lvl5pPr>
      <a:lvl6pPr marL="1744447" algn="l" defTabSz="697779" rtl="0" eaLnBrk="1" latinLnBrk="0" hangingPunct="1">
        <a:defRPr sz="1374" kern="1200">
          <a:solidFill>
            <a:schemeClr val="tx1"/>
          </a:solidFill>
          <a:latin typeface="+mn-lt"/>
          <a:ea typeface="+mn-ea"/>
          <a:cs typeface="+mn-cs"/>
        </a:defRPr>
      </a:lvl6pPr>
      <a:lvl7pPr marL="2093336" algn="l" defTabSz="697779" rtl="0" eaLnBrk="1" latinLnBrk="0" hangingPunct="1">
        <a:defRPr sz="1374" kern="1200">
          <a:solidFill>
            <a:schemeClr val="tx1"/>
          </a:solidFill>
          <a:latin typeface="+mn-lt"/>
          <a:ea typeface="+mn-ea"/>
          <a:cs typeface="+mn-cs"/>
        </a:defRPr>
      </a:lvl7pPr>
      <a:lvl8pPr marL="2442225" algn="l" defTabSz="697779" rtl="0" eaLnBrk="1" latinLnBrk="0" hangingPunct="1">
        <a:defRPr sz="1374" kern="1200">
          <a:solidFill>
            <a:schemeClr val="tx1"/>
          </a:solidFill>
          <a:latin typeface="+mn-lt"/>
          <a:ea typeface="+mn-ea"/>
          <a:cs typeface="+mn-cs"/>
        </a:defRPr>
      </a:lvl8pPr>
      <a:lvl9pPr marL="2791115" algn="l" defTabSz="697779" rtl="0" eaLnBrk="1" latinLnBrk="0" hangingPunct="1">
        <a:defRPr sz="13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Kalendertabelle">
            <a:extLst>
              <a:ext uri="{FF2B5EF4-FFF2-40B4-BE49-F238E27FC236}">
                <a16:creationId xmlns:a16="http://schemas.microsoft.com/office/drawing/2014/main" id="{C6982DDD-03FE-2ED2-4B96-86BF36DA6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206811"/>
              </p:ext>
            </p:extLst>
          </p:nvPr>
        </p:nvGraphicFramePr>
        <p:xfrm>
          <a:off x="4714875" y="8913813"/>
          <a:ext cx="24892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26767900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055744623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4058246374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64820787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116130198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281745378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05233372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So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6510786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94238919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67695205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41496815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224261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44111233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63158373"/>
                  </a:ext>
                </a:extLst>
              </a:tr>
            </a:tbl>
          </a:graphicData>
        </a:graphic>
      </p:graphicFrame>
      <p:sp>
        <p:nvSpPr>
          <p:cNvPr id="5" name="Monatstitel">
            <a:extLst>
              <a:ext uri="{FF2B5EF4-FFF2-40B4-BE49-F238E27FC236}">
                <a16:creationId xmlns:a16="http://schemas.microsoft.com/office/drawing/2014/main" id="{8AADEE06-DEE6-62F6-E7F1-D035D8332BB7}"/>
              </a:ext>
            </a:extLst>
          </p:cNvPr>
          <p:cNvSpPr txBox="1"/>
          <p:nvPr/>
        </p:nvSpPr>
        <p:spPr>
          <a:xfrm>
            <a:off x="4714875" y="8636814"/>
            <a:ext cx="2489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200" b="1"/>
              <a:t>Januar 2028</a:t>
            </a:r>
          </a:p>
        </p:txBody>
      </p:sp>
    </p:spTree>
    <p:extLst>
      <p:ext uri="{BB962C8B-B14F-4D97-AF65-F5344CB8AC3E}">
        <p14:creationId xmlns:p14="http://schemas.microsoft.com/office/powerpoint/2010/main" val="386805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alendertabelle">
            <a:extLst>
              <a:ext uri="{FF2B5EF4-FFF2-40B4-BE49-F238E27FC236}">
                <a16:creationId xmlns:a16="http://schemas.microsoft.com/office/drawing/2014/main" id="{7F20BDE4-5BA2-E1FF-4C7E-A23ADA248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22940"/>
              </p:ext>
            </p:extLst>
          </p:nvPr>
        </p:nvGraphicFramePr>
        <p:xfrm>
          <a:off x="4714875" y="8913813"/>
          <a:ext cx="24892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213094299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4290178785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247844904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75544405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603862842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10370068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25913423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So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7739054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9900338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9421446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424700136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83830717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18979727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616538154"/>
                  </a:ext>
                </a:extLst>
              </a:tr>
            </a:tbl>
          </a:graphicData>
        </a:graphic>
      </p:graphicFrame>
      <p:sp>
        <p:nvSpPr>
          <p:cNvPr id="3" name="Monatstitel">
            <a:extLst>
              <a:ext uri="{FF2B5EF4-FFF2-40B4-BE49-F238E27FC236}">
                <a16:creationId xmlns:a16="http://schemas.microsoft.com/office/drawing/2014/main" id="{92012D4A-625C-DDC2-89F1-B273F7D9D35F}"/>
              </a:ext>
            </a:extLst>
          </p:cNvPr>
          <p:cNvSpPr txBox="1"/>
          <p:nvPr/>
        </p:nvSpPr>
        <p:spPr>
          <a:xfrm>
            <a:off x="4714875" y="8636814"/>
            <a:ext cx="2489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200" b="1"/>
              <a:t>Februar 2028</a:t>
            </a:r>
          </a:p>
        </p:txBody>
      </p:sp>
    </p:spTree>
    <p:extLst>
      <p:ext uri="{BB962C8B-B14F-4D97-AF65-F5344CB8AC3E}">
        <p14:creationId xmlns:p14="http://schemas.microsoft.com/office/powerpoint/2010/main" val="2249685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alendertabelle">
            <a:extLst>
              <a:ext uri="{FF2B5EF4-FFF2-40B4-BE49-F238E27FC236}">
                <a16:creationId xmlns:a16="http://schemas.microsoft.com/office/drawing/2014/main" id="{4E5C2183-CE98-206A-0F01-9659B5934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003426"/>
              </p:ext>
            </p:extLst>
          </p:nvPr>
        </p:nvGraphicFramePr>
        <p:xfrm>
          <a:off x="4714875" y="8913813"/>
          <a:ext cx="24892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638135447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48460614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09926645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69447488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376798191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69488361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50965809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So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4743798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0103326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53073363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04179801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62385244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6235840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435775288"/>
                  </a:ext>
                </a:extLst>
              </a:tr>
            </a:tbl>
          </a:graphicData>
        </a:graphic>
      </p:graphicFrame>
      <p:sp>
        <p:nvSpPr>
          <p:cNvPr id="3" name="Monatstitel">
            <a:extLst>
              <a:ext uri="{FF2B5EF4-FFF2-40B4-BE49-F238E27FC236}">
                <a16:creationId xmlns:a16="http://schemas.microsoft.com/office/drawing/2014/main" id="{F488E507-3D76-D927-372F-D4C3F090DFAB}"/>
              </a:ext>
            </a:extLst>
          </p:cNvPr>
          <p:cNvSpPr txBox="1"/>
          <p:nvPr/>
        </p:nvSpPr>
        <p:spPr>
          <a:xfrm>
            <a:off x="4714875" y="8636814"/>
            <a:ext cx="2489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200" b="1"/>
              <a:t>März 2028</a:t>
            </a:r>
          </a:p>
        </p:txBody>
      </p:sp>
    </p:spTree>
    <p:extLst>
      <p:ext uri="{BB962C8B-B14F-4D97-AF65-F5344CB8AC3E}">
        <p14:creationId xmlns:p14="http://schemas.microsoft.com/office/powerpoint/2010/main" val="331286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alendertabelle">
            <a:extLst>
              <a:ext uri="{FF2B5EF4-FFF2-40B4-BE49-F238E27FC236}">
                <a16:creationId xmlns:a16="http://schemas.microsoft.com/office/drawing/2014/main" id="{A72A5768-255F-D30F-1DC0-550A13D50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861759"/>
              </p:ext>
            </p:extLst>
          </p:nvPr>
        </p:nvGraphicFramePr>
        <p:xfrm>
          <a:off x="4714875" y="8913813"/>
          <a:ext cx="24892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250476671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34481945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6661186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754924288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219490813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425019034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73155997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So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41993626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65510272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4193612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4396968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384992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427569215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280361897"/>
                  </a:ext>
                </a:extLst>
              </a:tr>
            </a:tbl>
          </a:graphicData>
        </a:graphic>
      </p:graphicFrame>
      <p:sp>
        <p:nvSpPr>
          <p:cNvPr id="3" name="Monatstitel">
            <a:extLst>
              <a:ext uri="{FF2B5EF4-FFF2-40B4-BE49-F238E27FC236}">
                <a16:creationId xmlns:a16="http://schemas.microsoft.com/office/drawing/2014/main" id="{5B3F7C47-C55E-596F-6EDB-DBF5EA5D4051}"/>
              </a:ext>
            </a:extLst>
          </p:cNvPr>
          <p:cNvSpPr txBox="1"/>
          <p:nvPr/>
        </p:nvSpPr>
        <p:spPr>
          <a:xfrm>
            <a:off x="4714875" y="8636814"/>
            <a:ext cx="2489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200" b="1"/>
              <a:t>April 2028</a:t>
            </a:r>
          </a:p>
        </p:txBody>
      </p:sp>
    </p:spTree>
    <p:extLst>
      <p:ext uri="{BB962C8B-B14F-4D97-AF65-F5344CB8AC3E}">
        <p14:creationId xmlns:p14="http://schemas.microsoft.com/office/powerpoint/2010/main" val="2343494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alendertabelle">
            <a:extLst>
              <a:ext uri="{FF2B5EF4-FFF2-40B4-BE49-F238E27FC236}">
                <a16:creationId xmlns:a16="http://schemas.microsoft.com/office/drawing/2014/main" id="{774EB961-EE93-67B2-11E3-02FEB49B3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16778"/>
              </p:ext>
            </p:extLst>
          </p:nvPr>
        </p:nvGraphicFramePr>
        <p:xfrm>
          <a:off x="4714875" y="8913813"/>
          <a:ext cx="24892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209060256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43854047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908501098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7907673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34206174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59875105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460605459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So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42382393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122109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85381322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5470319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3526785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08056829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578913973"/>
                  </a:ext>
                </a:extLst>
              </a:tr>
            </a:tbl>
          </a:graphicData>
        </a:graphic>
      </p:graphicFrame>
      <p:sp>
        <p:nvSpPr>
          <p:cNvPr id="3" name="Monatstitel">
            <a:extLst>
              <a:ext uri="{FF2B5EF4-FFF2-40B4-BE49-F238E27FC236}">
                <a16:creationId xmlns:a16="http://schemas.microsoft.com/office/drawing/2014/main" id="{17B18B67-7FF2-6521-7175-1AC04755DEC0}"/>
              </a:ext>
            </a:extLst>
          </p:cNvPr>
          <p:cNvSpPr txBox="1"/>
          <p:nvPr/>
        </p:nvSpPr>
        <p:spPr>
          <a:xfrm>
            <a:off x="4714875" y="8636814"/>
            <a:ext cx="2489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200" b="1"/>
              <a:t>Mai 2028</a:t>
            </a:r>
          </a:p>
        </p:txBody>
      </p:sp>
    </p:spTree>
    <p:extLst>
      <p:ext uri="{BB962C8B-B14F-4D97-AF65-F5344CB8AC3E}">
        <p14:creationId xmlns:p14="http://schemas.microsoft.com/office/powerpoint/2010/main" val="262447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alendertabelle">
            <a:extLst>
              <a:ext uri="{FF2B5EF4-FFF2-40B4-BE49-F238E27FC236}">
                <a16:creationId xmlns:a16="http://schemas.microsoft.com/office/drawing/2014/main" id="{8DB236B9-C57A-2908-C91E-80AF8AE76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291314"/>
              </p:ext>
            </p:extLst>
          </p:nvPr>
        </p:nvGraphicFramePr>
        <p:xfrm>
          <a:off x="4714875" y="8913813"/>
          <a:ext cx="24892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882043897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716032491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978067668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19459298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982173572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109121843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7027381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So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8267158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9455589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7004134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45785326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3178581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3200167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089753134"/>
                  </a:ext>
                </a:extLst>
              </a:tr>
            </a:tbl>
          </a:graphicData>
        </a:graphic>
      </p:graphicFrame>
      <p:sp>
        <p:nvSpPr>
          <p:cNvPr id="3" name="Monatstitel">
            <a:extLst>
              <a:ext uri="{FF2B5EF4-FFF2-40B4-BE49-F238E27FC236}">
                <a16:creationId xmlns:a16="http://schemas.microsoft.com/office/drawing/2014/main" id="{2333820D-D586-2739-B180-187F9FF94B23}"/>
              </a:ext>
            </a:extLst>
          </p:cNvPr>
          <p:cNvSpPr txBox="1"/>
          <p:nvPr/>
        </p:nvSpPr>
        <p:spPr>
          <a:xfrm>
            <a:off x="4714875" y="8636814"/>
            <a:ext cx="2489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200" b="1"/>
              <a:t>Juni 2028</a:t>
            </a:r>
          </a:p>
        </p:txBody>
      </p:sp>
    </p:spTree>
    <p:extLst>
      <p:ext uri="{BB962C8B-B14F-4D97-AF65-F5344CB8AC3E}">
        <p14:creationId xmlns:p14="http://schemas.microsoft.com/office/powerpoint/2010/main" val="306118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alendertabelle">
            <a:extLst>
              <a:ext uri="{FF2B5EF4-FFF2-40B4-BE49-F238E27FC236}">
                <a16:creationId xmlns:a16="http://schemas.microsoft.com/office/drawing/2014/main" id="{84D03705-5032-B02A-705B-702F9BF36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529220"/>
              </p:ext>
            </p:extLst>
          </p:nvPr>
        </p:nvGraphicFramePr>
        <p:xfrm>
          <a:off x="4714875" y="8913813"/>
          <a:ext cx="24892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1328823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963169363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523530003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60365495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523532795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420383434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94339805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So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510093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4940673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49338549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44836096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26246078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819772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61751193"/>
                  </a:ext>
                </a:extLst>
              </a:tr>
            </a:tbl>
          </a:graphicData>
        </a:graphic>
      </p:graphicFrame>
      <p:sp>
        <p:nvSpPr>
          <p:cNvPr id="3" name="Monatstitel">
            <a:extLst>
              <a:ext uri="{FF2B5EF4-FFF2-40B4-BE49-F238E27FC236}">
                <a16:creationId xmlns:a16="http://schemas.microsoft.com/office/drawing/2014/main" id="{22EEF360-198E-773E-D5F5-20F6C14531C9}"/>
              </a:ext>
            </a:extLst>
          </p:cNvPr>
          <p:cNvSpPr txBox="1"/>
          <p:nvPr/>
        </p:nvSpPr>
        <p:spPr>
          <a:xfrm>
            <a:off x="4714875" y="8636814"/>
            <a:ext cx="2489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200" b="1"/>
              <a:t>Juli 2028</a:t>
            </a:r>
          </a:p>
        </p:txBody>
      </p:sp>
    </p:spTree>
    <p:extLst>
      <p:ext uri="{BB962C8B-B14F-4D97-AF65-F5344CB8AC3E}">
        <p14:creationId xmlns:p14="http://schemas.microsoft.com/office/powerpoint/2010/main" val="812603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alendertabelle">
            <a:extLst>
              <a:ext uri="{FF2B5EF4-FFF2-40B4-BE49-F238E27FC236}">
                <a16:creationId xmlns:a16="http://schemas.microsoft.com/office/drawing/2014/main" id="{9D96C732-8600-7BD2-9B70-19731EB84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947365"/>
              </p:ext>
            </p:extLst>
          </p:nvPr>
        </p:nvGraphicFramePr>
        <p:xfrm>
          <a:off x="4714875" y="8913813"/>
          <a:ext cx="24892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192804307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6737908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778351892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797227584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58328830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4112405334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47194029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So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638411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6089289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77851624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01813611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1213614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6747127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525635201"/>
                  </a:ext>
                </a:extLst>
              </a:tr>
            </a:tbl>
          </a:graphicData>
        </a:graphic>
      </p:graphicFrame>
      <p:sp>
        <p:nvSpPr>
          <p:cNvPr id="3" name="Monatstitel">
            <a:extLst>
              <a:ext uri="{FF2B5EF4-FFF2-40B4-BE49-F238E27FC236}">
                <a16:creationId xmlns:a16="http://schemas.microsoft.com/office/drawing/2014/main" id="{FC62CEA0-B370-5F8E-5154-208F348B57E4}"/>
              </a:ext>
            </a:extLst>
          </p:cNvPr>
          <p:cNvSpPr txBox="1"/>
          <p:nvPr/>
        </p:nvSpPr>
        <p:spPr>
          <a:xfrm>
            <a:off x="4714875" y="8636814"/>
            <a:ext cx="2489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200" b="1"/>
              <a:t>August 2028</a:t>
            </a:r>
          </a:p>
        </p:txBody>
      </p:sp>
    </p:spTree>
    <p:extLst>
      <p:ext uri="{BB962C8B-B14F-4D97-AF65-F5344CB8AC3E}">
        <p14:creationId xmlns:p14="http://schemas.microsoft.com/office/powerpoint/2010/main" val="524528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alendertabelle">
            <a:extLst>
              <a:ext uri="{FF2B5EF4-FFF2-40B4-BE49-F238E27FC236}">
                <a16:creationId xmlns:a16="http://schemas.microsoft.com/office/drawing/2014/main" id="{2F78B8C9-9619-9D89-F42E-AA92EB7BA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813385"/>
              </p:ext>
            </p:extLst>
          </p:nvPr>
        </p:nvGraphicFramePr>
        <p:xfrm>
          <a:off x="4714875" y="8913813"/>
          <a:ext cx="24892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3738246502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47509604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10014904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29194168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413271345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495985854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51266748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So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799085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314462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6546003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426782977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36390192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83435055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479390572"/>
                  </a:ext>
                </a:extLst>
              </a:tr>
            </a:tbl>
          </a:graphicData>
        </a:graphic>
      </p:graphicFrame>
      <p:sp>
        <p:nvSpPr>
          <p:cNvPr id="3" name="Monatstitel">
            <a:extLst>
              <a:ext uri="{FF2B5EF4-FFF2-40B4-BE49-F238E27FC236}">
                <a16:creationId xmlns:a16="http://schemas.microsoft.com/office/drawing/2014/main" id="{A5683F2B-5FF0-5821-B23D-985D41E5CDB7}"/>
              </a:ext>
            </a:extLst>
          </p:cNvPr>
          <p:cNvSpPr txBox="1"/>
          <p:nvPr/>
        </p:nvSpPr>
        <p:spPr>
          <a:xfrm>
            <a:off x="4714875" y="8636814"/>
            <a:ext cx="2489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200" b="1"/>
              <a:t>September 2028</a:t>
            </a:r>
          </a:p>
        </p:txBody>
      </p:sp>
    </p:spTree>
    <p:extLst>
      <p:ext uri="{BB962C8B-B14F-4D97-AF65-F5344CB8AC3E}">
        <p14:creationId xmlns:p14="http://schemas.microsoft.com/office/powerpoint/2010/main" val="3826540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alendertabelle">
            <a:extLst>
              <a:ext uri="{FF2B5EF4-FFF2-40B4-BE49-F238E27FC236}">
                <a16:creationId xmlns:a16="http://schemas.microsoft.com/office/drawing/2014/main" id="{8F6A1FBD-365F-55EF-727C-A305CC822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27002"/>
              </p:ext>
            </p:extLst>
          </p:nvPr>
        </p:nvGraphicFramePr>
        <p:xfrm>
          <a:off x="4714875" y="8913813"/>
          <a:ext cx="24892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1470929295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422527385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408110282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561612612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64911119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312644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78009367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So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3418833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8600545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1974381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5613065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8282672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6279283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740129266"/>
                  </a:ext>
                </a:extLst>
              </a:tr>
            </a:tbl>
          </a:graphicData>
        </a:graphic>
      </p:graphicFrame>
      <p:sp>
        <p:nvSpPr>
          <p:cNvPr id="3" name="Monatstitel">
            <a:extLst>
              <a:ext uri="{FF2B5EF4-FFF2-40B4-BE49-F238E27FC236}">
                <a16:creationId xmlns:a16="http://schemas.microsoft.com/office/drawing/2014/main" id="{EC63DD37-C94F-C4B0-161C-1257DC4C889A}"/>
              </a:ext>
            </a:extLst>
          </p:cNvPr>
          <p:cNvSpPr txBox="1"/>
          <p:nvPr/>
        </p:nvSpPr>
        <p:spPr>
          <a:xfrm>
            <a:off x="4714875" y="8636814"/>
            <a:ext cx="2489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200" b="1"/>
              <a:t>Oktober 2028</a:t>
            </a:r>
          </a:p>
        </p:txBody>
      </p:sp>
    </p:spTree>
    <p:extLst>
      <p:ext uri="{BB962C8B-B14F-4D97-AF65-F5344CB8AC3E}">
        <p14:creationId xmlns:p14="http://schemas.microsoft.com/office/powerpoint/2010/main" val="1756329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alendertabelle">
            <a:extLst>
              <a:ext uri="{FF2B5EF4-FFF2-40B4-BE49-F238E27FC236}">
                <a16:creationId xmlns:a16="http://schemas.microsoft.com/office/drawing/2014/main" id="{FE599E53-1D1B-BD37-DC95-99E98726B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898644"/>
              </p:ext>
            </p:extLst>
          </p:nvPr>
        </p:nvGraphicFramePr>
        <p:xfrm>
          <a:off x="4714875" y="8913813"/>
          <a:ext cx="24892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810141698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538634118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389080258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855946792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34034041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757218873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400146506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So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7327885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74092409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133293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4665505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93119538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3193929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596555916"/>
                  </a:ext>
                </a:extLst>
              </a:tr>
            </a:tbl>
          </a:graphicData>
        </a:graphic>
      </p:graphicFrame>
      <p:sp>
        <p:nvSpPr>
          <p:cNvPr id="3" name="Monatstitel">
            <a:extLst>
              <a:ext uri="{FF2B5EF4-FFF2-40B4-BE49-F238E27FC236}">
                <a16:creationId xmlns:a16="http://schemas.microsoft.com/office/drawing/2014/main" id="{A0C10B27-8921-9CEE-EE23-036DA5719282}"/>
              </a:ext>
            </a:extLst>
          </p:cNvPr>
          <p:cNvSpPr txBox="1"/>
          <p:nvPr/>
        </p:nvSpPr>
        <p:spPr>
          <a:xfrm>
            <a:off x="4714875" y="8636814"/>
            <a:ext cx="2489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200" b="1"/>
              <a:t>November 2028</a:t>
            </a:r>
          </a:p>
        </p:txBody>
      </p:sp>
    </p:spTree>
    <p:extLst>
      <p:ext uri="{BB962C8B-B14F-4D97-AF65-F5344CB8AC3E}">
        <p14:creationId xmlns:p14="http://schemas.microsoft.com/office/powerpoint/2010/main" val="3151749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Kalendertabelle">
            <a:extLst>
              <a:ext uri="{FF2B5EF4-FFF2-40B4-BE49-F238E27FC236}">
                <a16:creationId xmlns:a16="http://schemas.microsoft.com/office/drawing/2014/main" id="{33908EB3-A63E-FC70-9467-607D94963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744611"/>
              </p:ext>
            </p:extLst>
          </p:nvPr>
        </p:nvGraphicFramePr>
        <p:xfrm>
          <a:off x="4714875" y="8913813"/>
          <a:ext cx="2489200" cy="14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00">
                  <a:extLst>
                    <a:ext uri="{9D8B030D-6E8A-4147-A177-3AD203B41FA5}">
                      <a16:colId xmlns:a16="http://schemas.microsoft.com/office/drawing/2014/main" val="1572330198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722277353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87932406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08284460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328843896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589477585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976248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Mi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Do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000000"/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Sa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>
                          <a:solidFill>
                            <a:srgbClr val="C00000"/>
                          </a:solidFill>
                        </a:rPr>
                        <a:t>So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7580431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7651717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406472087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7417527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150523177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0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366332814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0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800" b="0">
                        <a:solidFill>
                          <a:srgbClr val="C00000"/>
                        </a:solidFill>
                      </a:endParaRPr>
                    </a:p>
                  </a:txBody>
                  <a:tcPr marL="12700" marR="12700" marT="12700" marB="12700" anchor="ctr"/>
                </a:tc>
                <a:extLst>
                  <a:ext uri="{0D108BD9-81ED-4DB2-BD59-A6C34878D82A}">
                    <a16:rowId xmlns:a16="http://schemas.microsoft.com/office/drawing/2014/main" val="2236401241"/>
                  </a:ext>
                </a:extLst>
              </a:tr>
            </a:tbl>
          </a:graphicData>
        </a:graphic>
      </p:graphicFrame>
      <p:sp>
        <p:nvSpPr>
          <p:cNvPr id="3" name="Monatstitel">
            <a:extLst>
              <a:ext uri="{FF2B5EF4-FFF2-40B4-BE49-F238E27FC236}">
                <a16:creationId xmlns:a16="http://schemas.microsoft.com/office/drawing/2014/main" id="{D5A39985-AAE4-B125-4C77-BD7FA67CB48F}"/>
              </a:ext>
            </a:extLst>
          </p:cNvPr>
          <p:cNvSpPr txBox="1"/>
          <p:nvPr/>
        </p:nvSpPr>
        <p:spPr>
          <a:xfrm>
            <a:off x="4714875" y="8636814"/>
            <a:ext cx="2489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sz="1200" b="1"/>
              <a:t>Dezember 2028</a:t>
            </a:r>
          </a:p>
        </p:txBody>
      </p:sp>
    </p:spTree>
    <p:extLst>
      <p:ext uri="{BB962C8B-B14F-4D97-AF65-F5344CB8AC3E}">
        <p14:creationId xmlns:p14="http://schemas.microsoft.com/office/powerpoint/2010/main" val="2323218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474</Words>
  <Application>Microsoft Office PowerPoint</Application>
  <PresentationFormat>Benutzerdefiniert</PresentationFormat>
  <Paragraphs>462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Neumann</dc:creator>
  <cp:lastModifiedBy>André Neumann</cp:lastModifiedBy>
  <cp:revision>4</cp:revision>
  <dcterms:created xsi:type="dcterms:W3CDTF">2026-10-12T20:20:11Z</dcterms:created>
  <dcterms:modified xsi:type="dcterms:W3CDTF">2026-10-12T20:25:03Z</dcterms:modified>
</cp:coreProperties>
</file>